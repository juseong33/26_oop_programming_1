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1"/>
  </p:notesMasterIdLst>
  <p:sldIdLst>
    <p:sldId id="257" r:id="rId2"/>
    <p:sldId id="292" r:id="rId3"/>
    <p:sldId id="297" r:id="rId4"/>
    <p:sldId id="289" r:id="rId5"/>
    <p:sldId id="280" r:id="rId6"/>
    <p:sldId id="281" r:id="rId7"/>
    <p:sldId id="291" r:id="rId8"/>
    <p:sldId id="294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924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74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4B106-2913-4076-A224-B168F3F4090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DAEB1-79D5-46E9-B3A7-46F4030D9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41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DAEB1-79D5-46E9-B3A7-46F4030D95D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91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9FFC-188C-4507-9A5D-B34FB51B2422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3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4CF0-D694-4ADE-BAB2-1D2AD77C82B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47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96BBE-A97D-46AD-A95C-744874244A5E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77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1B851-0415-44F1-8A3A-F2E348EC8D5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3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00486-4C3F-4E2F-A894-8D9157B05202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71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868C2-5519-4FF6-81AC-4494C0A732A9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24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B729-8CBB-43F0-A33B-39B9B1B8A516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4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ADAC-298D-4C39-B508-C62F6B2C0277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61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1C27-5AE0-4CE1-A2AB-EE7F67A3CD6C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3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15B2-2FE2-414B-B19E-FE8B90E72B48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51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1CED-B1B7-4937-B476-29851E05366D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897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6E6F89-8CE5-410A-A7B8-0C510063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15A8-3C42-4DB4-8F28-089720F2A8CF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71B90-E363-47C2-93BF-71C82DC7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B4A777-E767-44DB-8BF2-14C374EF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18457" y="634112"/>
            <a:ext cx="8809412" cy="0"/>
          </a:xfrm>
          <a:prstGeom prst="line">
            <a:avLst/>
          </a:prstGeom>
          <a:ln>
            <a:solidFill>
              <a:srgbClr val="005C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155" y="56132"/>
            <a:ext cx="1083714" cy="577981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118457" y="6641859"/>
            <a:ext cx="8809412" cy="0"/>
          </a:xfrm>
          <a:prstGeom prst="line">
            <a:avLst/>
          </a:prstGeom>
          <a:ln>
            <a:solidFill>
              <a:srgbClr val="005C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118457" y="816806"/>
            <a:ext cx="8427244" cy="7905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9554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0566C-C930-4052-A862-E013897891C7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7467-B64A-4E24-BD45-54C8C82E5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22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2509405"/>
            <a:ext cx="6858000" cy="844808"/>
          </a:xfrm>
        </p:spPr>
        <p:txBody>
          <a:bodyPr>
            <a:normAutofit fontScale="90000"/>
          </a:bodyPr>
          <a:lstStyle/>
          <a:p>
            <a:r>
              <a:rPr lang="en-US" altLang="ko-KR" sz="3000" dirty="0">
                <a:ea typeface="굴림" panose="020B0600000101010101" pitchFamily="34" charset="-127"/>
              </a:rPr>
              <a:t>C++-</a:t>
            </a:r>
            <a:br>
              <a:rPr lang="en-US" altLang="ko-KR" sz="3000" dirty="0">
                <a:ea typeface="굴림" panose="020B0600000101010101" pitchFamily="34" charset="-127"/>
              </a:rPr>
            </a:br>
            <a:r>
              <a:rPr lang="en-US" altLang="ko-KR" sz="3000" dirty="0">
                <a:ea typeface="굴림" panose="020B0600000101010101" pitchFamily="34" charset="-127"/>
              </a:rPr>
              <a:t>Object-oriented programming1 (OOP1)</a:t>
            </a:r>
            <a:br>
              <a:rPr lang="en-US" altLang="ko-KR" sz="3000" dirty="0">
                <a:ea typeface="굴림" panose="020B0600000101010101" pitchFamily="34" charset="-127"/>
              </a:rPr>
            </a:br>
            <a:r>
              <a:rPr lang="en-US" altLang="ko-KR" sz="3000" dirty="0">
                <a:ea typeface="굴림" panose="020B0600000101010101" pitchFamily="34" charset="-127"/>
              </a:rPr>
              <a:t>2</a:t>
            </a:r>
            <a:r>
              <a:rPr lang="ko-KR" altLang="en-US" sz="3000" dirty="0">
                <a:ea typeface="굴림" panose="020B0600000101010101" pitchFamily="34" charset="-127"/>
              </a:rPr>
              <a:t>주차</a:t>
            </a:r>
            <a:endParaRPr lang="ko-KR" altLang="en-US" sz="3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4269517"/>
            <a:ext cx="6858000" cy="658892"/>
          </a:xfrm>
        </p:spPr>
        <p:txBody>
          <a:bodyPr/>
          <a:lstStyle/>
          <a:p>
            <a:r>
              <a:rPr lang="en-US" altLang="ko-KR" dirty="0"/>
              <a:t>Leeyeon</a:t>
            </a:r>
          </a:p>
          <a:p>
            <a:r>
              <a:rPr lang="en-US" altLang="ko-KR" dirty="0"/>
              <a:t>leeyeon@inha.ac.kr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1</a:t>
            </a:fld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118457" y="1332834"/>
            <a:ext cx="8809412" cy="0"/>
          </a:xfrm>
          <a:prstGeom prst="line">
            <a:avLst/>
          </a:prstGeom>
          <a:ln>
            <a:solidFill>
              <a:srgbClr val="005C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155" y="899349"/>
            <a:ext cx="1083714" cy="43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0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18D2E-0686-4220-B1B9-948FA18D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풀이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F60FF-0992-40D4-9ED6-EA624375E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이해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문제를 제대로 이해 했는지 확인합니다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프로그래밍 로직 작성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결과물을 만들기 위해 간단한 글로 또는 주석으로 프로그래밍 할 로직을 정리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코드 작성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작성한 로직 순서 대로 코드를 작성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DCE25-55D0-4C29-878B-35E82632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7467-B64A-4E24-BD45-54C8C82E554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15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89225A-C3C6-4BF5-A5DC-CECA7C3B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7494D-A9CA-4B6C-94D8-012675DBF3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 sz="4300" dirty="0"/>
              <a:t>퀴즈</a:t>
            </a:r>
            <a:r>
              <a:rPr lang="en-US" altLang="ko-KR" sz="4300" dirty="0"/>
              <a:t>1: </a:t>
            </a:r>
            <a:r>
              <a:rPr lang="ko-KR" altLang="en-US" sz="4300" dirty="0"/>
              <a:t>다음의 화면처럼 출력하세요</a:t>
            </a:r>
            <a:r>
              <a:rPr lang="en-US" altLang="ko-KR" sz="4300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기본 </a:t>
            </a:r>
            <a:r>
              <a:rPr lang="en-US" altLang="ko-KR" dirty="0" err="1"/>
              <a:t>cout</a:t>
            </a:r>
            <a:r>
              <a:rPr lang="en-US" altLang="ko-KR" dirty="0"/>
              <a:t> </a:t>
            </a:r>
            <a:r>
              <a:rPr lang="ko-KR" altLang="en-US" dirty="0"/>
              <a:t>출력 방법으로 출력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38AB1E-E0B5-49DF-AFB8-541293F99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78" y="2062785"/>
            <a:ext cx="2782015" cy="20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9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1BEEA0-3E63-49BE-B716-5EB3E197D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C74B85-9B0E-49C4-9B81-AD6C2525B5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376"/>
          <a:stretch/>
        </p:blipFill>
        <p:spPr>
          <a:xfrm>
            <a:off x="2169618" y="3376273"/>
            <a:ext cx="6376199" cy="2445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206112-2E72-4937-97F6-C50D8021D764}"/>
              </a:ext>
            </a:extLst>
          </p:cNvPr>
          <p:cNvSpPr txBox="1"/>
          <p:nvPr/>
        </p:nvSpPr>
        <p:spPr>
          <a:xfrm>
            <a:off x="234108" y="1473987"/>
            <a:ext cx="8675783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1350" dirty="0" err="1"/>
              <a:t>cout</a:t>
            </a:r>
            <a:r>
              <a:rPr lang="ko-KR" altLang="en-US" sz="1350" dirty="0"/>
              <a:t>을 이용하여 아래와 </a:t>
            </a:r>
            <a:r>
              <a:rPr lang="ko-KR" altLang="en-US" sz="1350" dirty="0">
                <a:solidFill>
                  <a:srgbClr val="FF0000"/>
                </a:solidFill>
              </a:rPr>
              <a:t>똑같이</a:t>
            </a:r>
            <a:r>
              <a:rPr lang="ko-KR" altLang="en-US" sz="1350" dirty="0"/>
              <a:t> 구구단을 출력하세요</a:t>
            </a:r>
            <a:r>
              <a:rPr lang="en-US" altLang="ko-KR" sz="1350" dirty="0"/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곱셈 결과는 사칙연산을 이용</a:t>
            </a:r>
            <a:endParaRPr lang="en-US" altLang="ko-KR" sz="13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곱셈 기호는 </a:t>
            </a:r>
            <a:r>
              <a:rPr lang="en-US" altLang="ko-KR" sz="1350" dirty="0"/>
              <a:t>x</a:t>
            </a:r>
            <a:r>
              <a:rPr lang="ko-KR" altLang="en-US" sz="1350" dirty="0"/>
              <a:t>로 출력하시면 돼요</a:t>
            </a:r>
            <a:r>
              <a:rPr lang="en-US" altLang="ko-KR" sz="1350" dirty="0"/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ko-KR" sz="1350" dirty="0"/>
              <a:t>cout &lt;&lt; 2&lt;&lt;“ x ”&lt;&lt;1&lt;&lt;“ = ”&lt;&lt;2&lt;&lt;“\t”&lt;&lt;…..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ko-KR" sz="1350" dirty="0"/>
              <a:t>Tab</a:t>
            </a:r>
            <a:r>
              <a:rPr lang="ko-KR" altLang="en-US" sz="1350" dirty="0"/>
              <a:t>키를 활용하여 각 라인을 정렬하세요</a:t>
            </a:r>
            <a:r>
              <a:rPr lang="en-US" altLang="ko-KR" sz="1350" dirty="0"/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ko-KR" sz="1350" dirty="0"/>
              <a:t>cout</a:t>
            </a:r>
            <a:r>
              <a:rPr lang="ko-KR" altLang="en-US" sz="1350" dirty="0"/>
              <a:t> 구문을 </a:t>
            </a:r>
            <a:r>
              <a:rPr lang="en-US" altLang="ko-KR" sz="1350" dirty="0"/>
              <a:t>9</a:t>
            </a:r>
            <a:r>
              <a:rPr lang="ko-KR" altLang="en-US" sz="1350" dirty="0"/>
              <a:t>개 행 작성</a:t>
            </a:r>
            <a:r>
              <a:rPr lang="en-US" altLang="ko-KR" sz="1350" dirty="0"/>
              <a:t>.</a:t>
            </a:r>
            <a:endParaRPr lang="ko-KR" altLang="en-US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06825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3BC3FA-9E57-40D4-AF5B-42103AEA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5" y="3355072"/>
            <a:ext cx="4046734" cy="14634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A00D98-2034-4176-99A4-E5C9FC3F7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458" y="3355072"/>
            <a:ext cx="4181255" cy="1463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D54B2B-9B1E-4060-8D44-ED470D26964B}"/>
              </a:ext>
            </a:extLst>
          </p:cNvPr>
          <p:cNvSpPr txBox="1"/>
          <p:nvPr/>
        </p:nvSpPr>
        <p:spPr>
          <a:xfrm>
            <a:off x="206567" y="1906607"/>
            <a:ext cx="867578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1350" dirty="0" err="1"/>
              <a:t>cin</a:t>
            </a:r>
            <a:r>
              <a:rPr lang="en-US" altLang="ko-KR" sz="1350" dirty="0"/>
              <a:t>, </a:t>
            </a:r>
            <a:r>
              <a:rPr lang="en-US" altLang="ko-KR" sz="1350" dirty="0" err="1"/>
              <a:t>cout</a:t>
            </a:r>
            <a:r>
              <a:rPr lang="ko-KR" altLang="en-US" sz="1350" dirty="0"/>
              <a:t>을 이용하여 아래와 같이 비밀번호 확인 프로그램을 작성하세요</a:t>
            </a:r>
            <a:r>
              <a:rPr lang="en-US" altLang="ko-KR" sz="1350" dirty="0"/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ko-KR" sz="1350" dirty="0"/>
              <a:t>cin, cout, </a:t>
            </a:r>
            <a:r>
              <a:rPr lang="ko-KR" altLang="en-US" sz="1350" dirty="0" err="1"/>
              <a:t>항등연산자</a:t>
            </a:r>
            <a:r>
              <a:rPr lang="ko-KR" altLang="en-US" sz="1350" dirty="0"/>
              <a:t> </a:t>
            </a:r>
            <a:r>
              <a:rPr lang="en-US" altLang="ko-KR" sz="1350" dirty="0"/>
              <a:t>==, if </a:t>
            </a:r>
            <a:r>
              <a:rPr lang="ko-KR" altLang="en-US" sz="1350" dirty="0"/>
              <a:t>문 사용</a:t>
            </a:r>
            <a:endParaRPr lang="en-US" altLang="ko-KR" sz="135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비밀번호가</a:t>
            </a:r>
            <a:r>
              <a:rPr lang="en-US" altLang="ko-KR" sz="1350" dirty="0"/>
              <a:t> 4</a:t>
            </a:r>
            <a:r>
              <a:rPr lang="ko-KR" altLang="en-US" sz="1350" dirty="0"/>
              <a:t>자리 이하의 수라고 가정</a:t>
            </a:r>
            <a:r>
              <a:rPr lang="en-US" altLang="ko-KR" sz="1350" dirty="0"/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테스트 예시</a:t>
            </a:r>
            <a:r>
              <a:rPr lang="en-US" altLang="ko-KR" sz="1350" dirty="0"/>
              <a:t>: PW </a:t>
            </a:r>
            <a:r>
              <a:rPr lang="ko-KR" altLang="en-US" sz="1350" dirty="0"/>
              <a:t>값</a:t>
            </a:r>
            <a:r>
              <a:rPr lang="en-US" altLang="ko-KR" sz="1350" dirty="0"/>
              <a:t>  1254, 458, 5873</a:t>
            </a:r>
            <a:endParaRPr lang="ko-KR" altLang="en-US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25489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D35D6-2AD9-41DC-A551-F987F7266F00}"/>
              </a:ext>
            </a:extLst>
          </p:cNvPr>
          <p:cNvSpPr txBox="1"/>
          <p:nvPr/>
        </p:nvSpPr>
        <p:spPr>
          <a:xfrm>
            <a:off x="206567" y="1906607"/>
            <a:ext cx="867578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다음과 같은 프로그램을 작성하세요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가계에서 </a:t>
            </a:r>
            <a:r>
              <a:rPr lang="en-US" altLang="ko-KR" sz="1350" dirty="0"/>
              <a:t>3</a:t>
            </a:r>
            <a:r>
              <a:rPr lang="ko-KR" altLang="en-US" sz="1350" dirty="0"/>
              <a:t>가지 제품을 판매하는데</a:t>
            </a:r>
            <a:r>
              <a:rPr lang="en-US" altLang="ko-KR" sz="1350" dirty="0"/>
              <a:t>, pro1</a:t>
            </a:r>
            <a:r>
              <a:rPr lang="ko-KR" altLang="en-US" sz="1350" dirty="0"/>
              <a:t>은 단가 </a:t>
            </a:r>
            <a:r>
              <a:rPr lang="en-US" altLang="ko-KR" sz="1350" dirty="0"/>
              <a:t>100</a:t>
            </a:r>
            <a:r>
              <a:rPr lang="ko-KR" altLang="en-US" sz="1350" dirty="0"/>
              <a:t>원</a:t>
            </a:r>
            <a:r>
              <a:rPr lang="en-US" altLang="ko-KR" sz="1350" dirty="0"/>
              <a:t>, pro2</a:t>
            </a:r>
            <a:r>
              <a:rPr lang="ko-KR" altLang="en-US" sz="1350" dirty="0"/>
              <a:t>는 </a:t>
            </a:r>
            <a:r>
              <a:rPr lang="en-US" altLang="ko-KR" sz="1350" dirty="0"/>
              <a:t>300</a:t>
            </a:r>
            <a:r>
              <a:rPr lang="ko-KR" altLang="en-US" sz="1350" dirty="0"/>
              <a:t>원</a:t>
            </a:r>
            <a:r>
              <a:rPr lang="en-US" altLang="ko-KR" sz="1350" dirty="0"/>
              <a:t>, pro3</a:t>
            </a:r>
            <a:r>
              <a:rPr lang="ko-KR" altLang="en-US" sz="1350" dirty="0"/>
              <a:t>은 </a:t>
            </a:r>
            <a:r>
              <a:rPr lang="en-US" altLang="ko-KR" sz="1350" dirty="0"/>
              <a:t>600</a:t>
            </a:r>
            <a:r>
              <a:rPr lang="ko-KR" altLang="en-US" sz="1350" dirty="0"/>
              <a:t>원 입니다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사용자는 상품과 구매 개수를 키보드로 입력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마지막에 지불해야 하는 금액을 출력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00B050"/>
                </a:solidFill>
              </a:rPr>
              <a:t>If</a:t>
            </a:r>
            <a:r>
              <a:rPr lang="ko-KR" altLang="en-US" sz="1350" dirty="0">
                <a:solidFill>
                  <a:srgbClr val="00B050"/>
                </a:solidFill>
              </a:rPr>
              <a:t>문을 사용하여 선택한 제품을 구분하고 지불 금액 계산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3" name="녹화_2023_03_07_09_33_41_284">
            <a:hlinkClick r:id="" action="ppaction://media"/>
            <a:extLst>
              <a:ext uri="{FF2B5EF4-FFF2-40B4-BE49-F238E27FC236}">
                <a16:creationId xmlns:a16="http://schemas.microsoft.com/office/drawing/2014/main" id="{B2C9738A-D53F-4967-8E80-A1F6730155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8728" y="3222351"/>
            <a:ext cx="3943350" cy="2343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4BC7AF1-2D8E-4620-A736-B3D7EAF38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301852"/>
            <a:ext cx="4396862" cy="19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1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D35D6-2AD9-41DC-A551-F987F7266F00}"/>
              </a:ext>
            </a:extLst>
          </p:cNvPr>
          <p:cNvSpPr txBox="1"/>
          <p:nvPr/>
        </p:nvSpPr>
        <p:spPr>
          <a:xfrm>
            <a:off x="206567" y="1906607"/>
            <a:ext cx="867578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나머지 연산 프로그램 작성</a:t>
            </a:r>
            <a:endParaRPr lang="en-US" altLang="ko-KR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서로 다른 </a:t>
            </a:r>
            <a:r>
              <a:rPr lang="en-US" altLang="ko-KR" sz="1350" dirty="0"/>
              <a:t>2</a:t>
            </a:r>
            <a:r>
              <a:rPr lang="ko-KR" altLang="en-US" sz="1350" dirty="0"/>
              <a:t>개의 수를 입력</a:t>
            </a:r>
            <a:endParaRPr lang="en-US" altLang="ko-KR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큰 수를 작은 수로 나눈 나머지 값을 출력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프로그램 로직</a:t>
            </a:r>
            <a:r>
              <a:rPr lang="en-US" altLang="ko-KR" sz="1350" dirty="0">
                <a:solidFill>
                  <a:srgbClr val="00B050"/>
                </a:solidFill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입력 받은 </a:t>
            </a:r>
            <a:r>
              <a:rPr lang="en-US" altLang="ko-KR" sz="1350" dirty="0">
                <a:solidFill>
                  <a:srgbClr val="00B050"/>
                </a:solidFill>
              </a:rPr>
              <a:t>2</a:t>
            </a:r>
            <a:r>
              <a:rPr lang="ko-KR" altLang="en-US" sz="1350" dirty="0">
                <a:solidFill>
                  <a:srgbClr val="00B050"/>
                </a:solidFill>
              </a:rPr>
              <a:t>개의 수 중 큰 수와 작은 수를 구분</a:t>
            </a:r>
            <a:endParaRPr lang="en-US" altLang="ko-KR" sz="1350" dirty="0">
              <a:solidFill>
                <a:srgbClr val="00B050"/>
              </a:solidFill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큰 수 </a:t>
            </a:r>
            <a:r>
              <a:rPr lang="en-US" altLang="ko-KR" sz="1350" dirty="0">
                <a:solidFill>
                  <a:srgbClr val="00B050"/>
                </a:solidFill>
              </a:rPr>
              <a:t>% </a:t>
            </a:r>
            <a:r>
              <a:rPr lang="ko-KR" altLang="en-US" sz="1350" dirty="0">
                <a:solidFill>
                  <a:srgbClr val="00B050"/>
                </a:solidFill>
              </a:rPr>
              <a:t>작은 수 연산을 진행 하고 결과 출력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071342"/>
              </p:ext>
            </p:extLst>
          </p:nvPr>
        </p:nvGraphicFramePr>
        <p:xfrm>
          <a:off x="3470616" y="3429000"/>
          <a:ext cx="4419541" cy="193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비트맵 이미지" r:id="rId3" imgW="3895560" imgH="1704960" progId="Paint.Picture">
                  <p:embed/>
                </p:oleObj>
              </mc:Choice>
              <mc:Fallback>
                <p:oleObj name="비트맵 이미지" r:id="rId3" imgW="3895560" imgH="1704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0616" y="3429000"/>
                        <a:ext cx="4419541" cy="193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292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D35D6-2AD9-41DC-A551-F987F7266F00}"/>
              </a:ext>
            </a:extLst>
          </p:cNvPr>
          <p:cNvSpPr txBox="1"/>
          <p:nvPr/>
        </p:nvSpPr>
        <p:spPr>
          <a:xfrm>
            <a:off x="206567" y="1906607"/>
            <a:ext cx="867578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양의 정수를 입력 받고</a:t>
            </a:r>
            <a:r>
              <a:rPr lang="en-US" altLang="ko-KR" sz="1350" dirty="0"/>
              <a:t>,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해당 값의 </a:t>
            </a:r>
            <a:r>
              <a:rPr lang="en-US" altLang="ko-KR" sz="1350" dirty="0"/>
              <a:t>1</a:t>
            </a:r>
            <a:r>
              <a:rPr lang="ko-KR" altLang="en-US" sz="1350" dirty="0"/>
              <a:t>의 자리 수를 출력 하는 프로그램을 작성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프로그램 로직</a:t>
            </a:r>
            <a:r>
              <a:rPr lang="en-US" altLang="ko-KR" sz="1350" dirty="0">
                <a:solidFill>
                  <a:srgbClr val="00B050"/>
                </a:solidFill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모드 연산을 활용합니다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그 외 과정은 도전해 보세요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4" name="녹화_2023_03_07_09_45_52_51">
            <a:hlinkClick r:id="" action="ppaction://media"/>
            <a:extLst>
              <a:ext uri="{FF2B5EF4-FFF2-40B4-BE49-F238E27FC236}">
                <a16:creationId xmlns:a16="http://schemas.microsoft.com/office/drawing/2014/main" id="{9839129A-9522-459A-86C8-7B07045A3F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71801" y="2976183"/>
            <a:ext cx="5898659" cy="256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4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E16E-8416-4F4F-BBD4-4C3574698542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퀴즈</a:t>
            </a:r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D35D6-2AD9-41DC-A551-F987F7266F00}"/>
              </a:ext>
            </a:extLst>
          </p:cNvPr>
          <p:cNvSpPr txBox="1"/>
          <p:nvPr/>
        </p:nvSpPr>
        <p:spPr>
          <a:xfrm>
            <a:off x="206567" y="1906607"/>
            <a:ext cx="867578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/>
              <a:t>초 단위를 나타내는 숫자를 입력 받고</a:t>
            </a:r>
            <a:r>
              <a:rPr lang="en-US" altLang="ko-KR" sz="1350" dirty="0"/>
              <a:t>, </a:t>
            </a:r>
            <a:r>
              <a:rPr lang="ko-KR" altLang="en-US" sz="1350" dirty="0"/>
              <a:t>해당 초를 몇 시간</a:t>
            </a:r>
            <a:r>
              <a:rPr lang="en-US" altLang="ko-KR" sz="1350" dirty="0"/>
              <a:t>, </a:t>
            </a:r>
            <a:r>
              <a:rPr lang="ko-KR" altLang="en-US" sz="1350" dirty="0"/>
              <a:t>몇 분</a:t>
            </a:r>
            <a:r>
              <a:rPr lang="en-US" altLang="ko-KR" sz="1350" dirty="0"/>
              <a:t>, </a:t>
            </a:r>
            <a:r>
              <a:rPr lang="ko-KR" altLang="en-US" sz="1350" dirty="0"/>
              <a:t>몇 초의 형태로 출력하세요</a:t>
            </a:r>
            <a:r>
              <a:rPr lang="en-US" altLang="ko-KR" sz="1350" dirty="0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altLang="ko-KR" sz="1350" dirty="0">
              <a:solidFill>
                <a:srgbClr val="00B05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프로그램 로직</a:t>
            </a:r>
            <a:r>
              <a:rPr lang="en-US" altLang="ko-KR" sz="1350" dirty="0">
                <a:solidFill>
                  <a:srgbClr val="00B050"/>
                </a:solidFill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모드 연산 및 나누기 연산을 활용합니다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B050"/>
                </a:solidFill>
              </a:rPr>
              <a:t>그 외 과정은 도전해 보세요</a:t>
            </a:r>
            <a:r>
              <a:rPr lang="en-US" altLang="ko-KR" sz="1350" dirty="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3" name="녹화_2023_03_07_09_56_34_497">
            <a:hlinkClick r:id="" action="ppaction://media"/>
            <a:extLst>
              <a:ext uri="{FF2B5EF4-FFF2-40B4-BE49-F238E27FC236}">
                <a16:creationId xmlns:a16="http://schemas.microsoft.com/office/drawing/2014/main" id="{217E339F-051A-4870-B001-D6D09D0482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3185" y="3264695"/>
            <a:ext cx="5632165" cy="24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9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3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4287</TotalTime>
  <Words>336</Words>
  <Application>Microsoft Office PowerPoint</Application>
  <PresentationFormat>화면 슬라이드 쇼(4:3)</PresentationFormat>
  <Paragraphs>60</Paragraphs>
  <Slides>9</Slides>
  <Notes>1</Notes>
  <HiddenSlides>0</HiddenSlides>
  <MMClips>3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굴림</vt:lpstr>
      <vt:lpstr>맑은 고딕</vt:lpstr>
      <vt:lpstr>Arial</vt:lpstr>
      <vt:lpstr>Calibri</vt:lpstr>
      <vt:lpstr>Calibri Light</vt:lpstr>
      <vt:lpstr>Office 테마</vt:lpstr>
      <vt:lpstr>비트맵 이미지</vt:lpstr>
      <vt:lpstr>C++- Object-oriented programming1 (OOP1) 2주차</vt:lpstr>
      <vt:lpstr>문제 풀이 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C++- Object-oriented programming (OOP)</dc:title>
  <dc:creator>Windows 사용자</dc:creator>
  <cp:lastModifiedBy>연 이</cp:lastModifiedBy>
  <cp:revision>72</cp:revision>
  <dcterms:created xsi:type="dcterms:W3CDTF">2018-03-12T01:04:13Z</dcterms:created>
  <dcterms:modified xsi:type="dcterms:W3CDTF">2026-03-10T04:42:23Z</dcterms:modified>
</cp:coreProperties>
</file>